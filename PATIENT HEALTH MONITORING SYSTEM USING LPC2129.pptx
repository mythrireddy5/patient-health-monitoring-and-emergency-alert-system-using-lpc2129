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59581-01A6-7818-20DE-873C148A51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72A5D3-6D38-B9D8-23E9-9017E204CE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DC166-FD8A-8B4A-83CF-E2D753489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0E672-27D9-4EC3-A32A-E8336AC2C13A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6A53FB-4C65-915A-2A0D-E98A2CCA3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9668E-3CD1-79F4-FBD5-DDD4BA4B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608FC-D3A9-40B2-BB5D-D2DFEF27C9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6759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65536-4FFA-5465-17C7-B4F4158FC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D8E5A-3A5B-C65D-AD84-85FC0AECCF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016B9E-F611-3440-717E-27E92B98A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0E672-27D9-4EC3-A32A-E8336AC2C13A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58175-FD4D-9DBB-4EA0-36BD7C6B6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34B5F-F914-132F-E21A-C1C08C83C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608FC-D3A9-40B2-BB5D-D2DFEF27C9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7021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3A31F-3756-17DD-3C89-DC13A1C6A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0F4A92-5A60-2675-87BB-F2BEB8C4C2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DBCB7-692D-102A-5C85-734D863CC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0E672-27D9-4EC3-A32A-E8336AC2C13A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A24511-E025-526B-7F73-48A9C1C4D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6B8003-2C6A-2D36-6286-9D320539A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608FC-D3A9-40B2-BB5D-D2DFEF27C9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4076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EB5F6-8232-A112-F0A6-B9F5ACC22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3398A-5CF9-E0E0-036F-593A8CD73A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BFCA82-F180-7859-74EE-F2FFEE89A2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560AEA-DE34-0489-121D-0351B8238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0E672-27D9-4EC3-A32A-E8336AC2C13A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98F0C7-8677-9A5A-5FD1-C3D920462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51AEB6-DFAE-4C69-0D41-44AEE6971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608FC-D3A9-40B2-BB5D-D2DFEF27C9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2444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451CB-B3A0-8255-3B93-91BEFBAE5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1FE7E7-597E-35C3-7E0A-222D4CCFC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408B36-1F9B-56C5-6C0A-9681C130A3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289BF7-63D3-D322-3D15-98B1478E15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9DD327-FC88-C77D-4281-EA68FD5ED9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A9414C-ADA9-2246-94A6-1D48AABED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0E672-27D9-4EC3-A32A-E8336AC2C13A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409029-93E7-2786-3659-2A06F277D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275CD6-F8FE-357D-841F-C27F480A6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608FC-D3A9-40B2-BB5D-D2DFEF27C9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701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69EC4-A085-1958-2F0C-9EB16D416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26A6B0-029D-058F-AF0D-EB03131BC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0E672-27D9-4EC3-A32A-E8336AC2C13A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A30C36-8547-1881-8289-F47D2B320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84605F-E259-9914-92C2-2D750E53D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608FC-D3A9-40B2-BB5D-D2DFEF27C9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5371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A0EFD2-3679-6BCA-0091-179BE9F7D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0E672-27D9-4EC3-A32A-E8336AC2C13A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9A80E8-0DE1-0287-C9A4-6FAC3B347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4C929C-70A3-22BA-01D0-9D9652954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608FC-D3A9-40B2-BB5D-D2DFEF27C9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2225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4D05F-A270-0474-14BD-2A5472350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50835-0407-08B1-74E1-7233422CA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514F5B-38F7-595B-F8D1-DC851205F8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567CB8-1BB0-C4B5-63C3-F55357F51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0E672-27D9-4EC3-A32A-E8336AC2C13A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0B40DF-98C5-D903-3166-DAB58B2B1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AAED46-0480-323D-10DB-4DE5EF68E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608FC-D3A9-40B2-BB5D-D2DFEF27C9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3766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8E694-9513-81D3-2F96-9439BFDCD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BFE055-3320-3251-89CF-B12216E1ABC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EF5219-D0ED-9F68-49D8-C9238862A6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E9B2F3-47D2-2FF6-0F53-F7F53C625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0E672-27D9-4EC3-A32A-E8336AC2C13A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5C9AB8-F4F8-9D25-FBC4-7F1684A54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CE9821-5ACA-D48B-5AC6-BEAF3F1A6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608FC-D3A9-40B2-BB5D-D2DFEF27C9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9007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A1FA6-3D60-E2C8-DB6F-A7F567ECF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08CEA0-7013-E250-2426-24FE99FEFD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03B01-D7CE-F0DF-AF7D-0138947F6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0E672-27D9-4EC3-A32A-E8336AC2C13A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87394-DD52-85FA-3028-B51A09809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A0F05-29B9-CF26-9365-97CB6C244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608FC-D3A9-40B2-BB5D-D2DFEF27C9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4464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306D3F-26D7-29BA-4DB3-7C7B8C106F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41453A-FF7E-5C98-E8E5-B27176D2B3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AD87D-0B43-B5DE-F6A5-7FB2A6D41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0E672-27D9-4EC3-A32A-E8336AC2C13A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E4AE0-1F27-38B2-1DB9-3B2B136E1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E5545-65A1-325E-2F6E-4257497D8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608FC-D3A9-40B2-BB5D-D2DFEF27C9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1352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49968B-C0BC-B0E4-F14C-4F5AF1DC3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817728-3DCD-4B3E-29A4-4289A727EE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21442-16D6-4596-84CE-42B173A8D5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90E672-27D9-4EC3-A32A-E8336AC2C13A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1EF1F5-72C4-F71C-0A07-A726CA6E86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B64F7-A31F-E460-AE69-306F83F746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2608FC-D3A9-40B2-BB5D-D2DFEF27C9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6020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D9F02-4F23-F9B8-F912-EA955C5675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solidFill>
                  <a:schemeClr val="bg2">
                    <a:lumMod val="10000"/>
                  </a:schemeClr>
                </a:solidFill>
              </a:rPr>
              <a:t>PATIENT HEALTH MONITORING SYSTEM USING LPC2129</a:t>
            </a:r>
            <a:endParaRPr lang="en-IN" sz="48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57061B-18CA-72D5-8FE6-682609AC0C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9327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35D98-BA5D-506B-1942-3C9A33203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2">
                    <a:lumMod val="10000"/>
                  </a:schemeClr>
                </a:solidFill>
              </a:rPr>
              <a:t>BLOCK DIAGRAM</a:t>
            </a:r>
            <a:endParaRPr lang="en-IN" sz="4000" b="1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689863D-560C-8719-9EE4-81479AB582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2485"/>
          <a:stretch>
            <a:fillRect/>
          </a:stretch>
        </p:blipFill>
        <p:spPr>
          <a:xfrm>
            <a:off x="2630198" y="1591733"/>
            <a:ext cx="5830938" cy="414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577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D840E-B52F-7657-0908-A2B875A2C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bg2">
                    <a:lumMod val="10000"/>
                  </a:schemeClr>
                </a:solidFill>
              </a:rPr>
              <a:t>Flow Diagram</a:t>
            </a:r>
            <a:br>
              <a:rPr lang="en-US" dirty="0"/>
            </a:b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1641E5B-F79E-28CF-AB9A-40AC4B9D52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5851" b="-150"/>
          <a:stretch>
            <a:fillRect/>
          </a:stretch>
        </p:blipFill>
        <p:spPr>
          <a:xfrm>
            <a:off x="3124198" y="1027906"/>
            <a:ext cx="4809067" cy="552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020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PATIENT HEALTH MONITORING SYSTEM USING LPC2129</vt:lpstr>
      <vt:lpstr>BLOCK DIAGRAM</vt:lpstr>
      <vt:lpstr>Flow Diagram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Mythri Reddy</dc:creator>
  <cp:lastModifiedBy>Mythri Reddy</cp:lastModifiedBy>
  <cp:revision>1</cp:revision>
  <dcterms:created xsi:type="dcterms:W3CDTF">2026-10-19T07:34:50Z</dcterms:created>
  <dcterms:modified xsi:type="dcterms:W3CDTF">2026-10-19T07:35:04Z</dcterms:modified>
</cp:coreProperties>
</file>